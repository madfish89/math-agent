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AI Agent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AI-powered math solver that runs entirely in your browser.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GPT-4o-mini solves problems step-by-step with proofs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Python (Pyodide + SymPy) generates 2D &amp; 3D graphs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Every answer is double-checked by re-derivation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160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Three specialist agents debate complex problems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Desmos calculator for interactive exploration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983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No backend — runs on GitHub Pages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669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Pyodide  •  SymPy  •  Matplotlib  •  OpenAI  •  Desmos API  •  Vanilla JS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474720" cy="4114800"/>
          </a:xfrm>
          <a:prstGeom prst="rect">
            <a:avLst>
              <a:gd name="adj" fmla="val 2105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0" y="1828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</a:rPr>
              <a:t>🧮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229600" y="2468880"/>
            <a:ext cx="3108960" cy="548640"/>
          </a:xfrm>
          <a:prstGeom prst="rect">
            <a:avLst/>
          </a:prstGeom>
          <a:solidFill>
            <a:srgbClr val="58A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y = sin(x)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-6 to 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sin(x)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Confidence: 95%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Double-checked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4937760"/>
            <a:ext cx="3108960" cy="548640"/>
          </a:xfrm>
          <a:prstGeom prst="rect">
            <a:avLst>
              <a:gd name="adj" fmla="val 8333"/>
            </a:avLst>
          </a:prstGeom>
          <a:solidFill>
            <a:srgbClr val="3FB950">
              <a:alpha val="20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Sine wave rendered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383280" cy="201168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it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 breaks problems into steps with a proof for each one.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371600"/>
            <a:ext cx="3383280" cy="201168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6344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6344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Cites theorems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names the rule it used — power rule, quadratic formula, etc.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371600"/>
            <a:ext cx="3383280" cy="201168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0" y="1508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41248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Draws 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56032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in the browser: 2D, 3D surface, contour, histogram, scatter plots.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3383280" cy="201168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Re-derives it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SymPy regenerates the answer independently and flags any disagreement.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3749040"/>
            <a:ext cx="3383280" cy="201168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66344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specialist agents solve in parallel, then a synthesizer combines them.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749040"/>
            <a:ext cx="3383280" cy="201168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3886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412480" y="44805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Desmos built-in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49377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Desmos calculator for exploring functions and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problem flows through four stages. The browser is the runtime — there is no server.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2468880" cy="1371600"/>
          </a:xfrm>
          <a:prstGeom prst="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problem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input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566160" y="2011680"/>
            <a:ext cx="2468880" cy="1371600"/>
          </a:xfrm>
          <a:prstGeom prst="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0332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 + prove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2468880" cy="1371600"/>
          </a:xfrm>
          <a:prstGeom prst="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Pyodide + SymPy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3796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+ verify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0" y="22860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B949E"/>
                </a:solidFill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235440" y="2011680"/>
            <a:ext cx="2468880" cy="1371600"/>
          </a:xfrm>
          <a:prstGeom prst="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372600" y="21488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answer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372600" y="26060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 + graph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10698480" cy="2011680"/>
          </a:xfrm>
          <a:prstGeom prst="rect">
            <a:avLst>
              <a:gd name="adj" fmla="val 363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runs in the browser.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48463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backend. The OpenAI call is the only network request — your key stays in the page.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is compiled to WebAssembly by Pyodide, running real SymPy and Matplotlib in the browser.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are embedded as a Python string inside the HTML — no fetch, no server, works on GitHub Pages.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by step. With a proof on every step.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step names the rule it used. Re-derivation in SymPy confirms the final answer.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029200" cy="4572000"/>
          </a:xfrm>
          <a:prstGeom prst="rect">
            <a:avLst>
              <a:gd name="adj" fmla="val 16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f′(x) = 12x³ − 4x + 5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2743200" cy="320040"/>
          </a:xfrm>
          <a:prstGeom prst="rect">
            <a:avLst>
              <a:gd name="adj" fmla="val 11429"/>
            </a:avLst>
          </a:prstGeom>
          <a:solidFill>
            <a:srgbClr val="3FB950">
              <a:alpha val="15000"/>
            </a:srgbClr>
          </a:solidFill>
          <a:ln w="12700">
            <a:solidFill>
              <a:srgbClr val="3FB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6791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Double-checked with Python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4663440" cy="384048"/>
          </a:xfrm>
          <a:prstGeom prst="rect">
            <a:avLst>
              <a:gd name="adj" fmla="val 1904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51560" y="35844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Apply the power rule: d/dx(xⁿ) = nxⁿ⁻¹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023360"/>
            <a:ext cx="4663440" cy="384048"/>
          </a:xfrm>
          <a:prstGeom prst="rect">
            <a:avLst>
              <a:gd name="adj" fmla="val 1904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051560" y="40416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d/dx(3x⁴) = 12x³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480560"/>
            <a:ext cx="4663440" cy="384048"/>
          </a:xfrm>
          <a:prstGeom prst="rect">
            <a:avLst>
              <a:gd name="adj" fmla="val 1904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44988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d/dx(−2x²) = −4x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14400" y="4937760"/>
            <a:ext cx="4663440" cy="384048"/>
          </a:xfrm>
          <a:prstGeom prst="rect">
            <a:avLst>
              <a:gd name="adj" fmla="val 1904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51560" y="49560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d/dx(5x) = 5 (constant rule)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14400" y="5394960"/>
            <a:ext cx="4663440" cy="384048"/>
          </a:xfrm>
          <a:prstGeom prst="rect">
            <a:avLst>
              <a:gd name="adj" fmla="val 19048"/>
            </a:avLst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51560" y="5413248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Combine: 12x³ − 4x + 5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645920"/>
            <a:ext cx="5303520" cy="2103120"/>
          </a:xfrm>
          <a:prstGeom prst="rect">
            <a:avLst>
              <a:gd name="adj" fmla="val 34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194560"/>
            <a:ext cx="4937760" cy="109728"/>
          </a:xfrm>
          <a:prstGeom prst="rect">
            <a:avLst>
              <a:gd name="adj" fmla="val 25000"/>
            </a:avLst>
          </a:prstGeom>
          <a:solidFill>
            <a:srgbClr val="21262D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194560"/>
            <a:ext cx="4754880" cy="109728"/>
          </a:xfrm>
          <a:prstGeom prst="rect">
            <a:avLst>
              <a:gd name="adj" fmla="val 25000"/>
            </a:avLst>
          </a:prstGeom>
          <a:solidFill>
            <a:srgbClr val="3FB950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97% — High confidence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2743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re-derived: 12·x³ − 4·x + 5 ✓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5303520" cy="2286000"/>
          </a:xfrm>
          <a:prstGeom prst="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309360" y="4069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Graph: y = 12x³ − 4x + 5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4480560"/>
            <a:ext cx="4937760" cy="1554480"/>
          </a:xfrm>
          <a:prstGeom prst="rect">
            <a:avLst>
              <a:gd name="adj" fmla="val 2941"/>
            </a:avLst>
          </a:prstGeom>
          <a:solidFill>
            <a:srgbClr val="21262D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937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matplotlib cubic curve render ]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2D, 3D, and interactive graphs.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 renders in-page via Pyodide. Desmos opens on demand for exploration.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192024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737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Graph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= f(x) over a range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651760"/>
            <a:ext cx="3017520" cy="731520"/>
          </a:xfrm>
          <a:prstGeom prst="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rendered plot 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80560" y="1645920"/>
            <a:ext cx="3383280" cy="192024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1737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two functions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651760"/>
            <a:ext cx="3017520" cy="731520"/>
          </a:xfrm>
          <a:prstGeom prst="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17" name="Text 15"/>
          <p:cNvSpPr/>
          <p:nvPr/>
        </p:nvSpPr>
        <p:spPr>
          <a:xfrm>
            <a:off x="466344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rendered plot 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0" y="1645920"/>
            <a:ext cx="3383280" cy="192024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66760" y="1737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🏔️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52560" y="1783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 Surface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2194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 = f(x,y) meshgrid plot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12480" y="2651760"/>
            <a:ext cx="3017520" cy="731520"/>
          </a:xfrm>
          <a:prstGeom prst="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2788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rendered plot 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3383280" cy="192024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023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55448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 Plot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Filled contour heat map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4400" y="4937760"/>
            <a:ext cx="3017520" cy="731520"/>
          </a:xfrm>
          <a:prstGeom prst="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rendered plot ]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80560" y="3931920"/>
            <a:ext cx="3383280" cy="192024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617720" y="4023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0352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of data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663440" y="4937760"/>
            <a:ext cx="3017520" cy="731520"/>
          </a:xfrm>
          <a:prstGeom prst="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rendered plot 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229600" y="3931920"/>
            <a:ext cx="3383280" cy="1920240"/>
          </a:xfrm>
          <a:prstGeom prst="rect">
            <a:avLst>
              <a:gd name="adj" fmla="val 381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366760" y="40233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🔵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9052560" y="40690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052560" y="44805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distribution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12480" y="4937760"/>
            <a:ext cx="3017520" cy="731520"/>
          </a:xfrm>
          <a:prstGeom prst="rect">
            <a:avLst>
              <a:gd name="adj" fmla="val 5000"/>
            </a:avLst>
          </a:prstGeom>
          <a:solidFill>
            <a:srgbClr val="21262D"/>
          </a:solidFill>
          <a:ln/>
        </p:spPr>
      </p:sp>
      <p:sp>
        <p:nvSpPr>
          <p:cNvPr id="41" name="Text 39"/>
          <p:cNvSpPr/>
          <p:nvPr/>
        </p:nvSpPr>
        <p:spPr>
          <a:xfrm>
            <a:off x="8412480" y="5074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rendered plot 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problem? Three agents, then a synthesis.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specialist agents solve in PARALLEL (Promise.all). A fourth combines the best of each.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383280" cy="2286000"/>
          </a:xfrm>
          <a:prstGeom prst="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🧮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64592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 &amp; Calculus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743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independently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JSON with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approach +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+ concerns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3383280" cy="2286000"/>
          </a:xfrm>
          <a:prstGeom prst="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🔢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9496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Theory &amp; Proofs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independently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JSON with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approach +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+ concerns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1645920"/>
            <a:ext cx="3383280" cy="2286000"/>
          </a:xfrm>
          <a:prstGeom prst="rect">
            <a:avLst>
              <a:gd name="adj" fmla="val 32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412480" y="17830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📐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144000" y="1783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0" y="2194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Geometry &amp; Numerics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12480" y="274320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Solves independently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JSON with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+ approach +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+ concerns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↓ ↓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286000" y="4572000"/>
            <a:ext cx="7589520" cy="1645920"/>
          </a:xfrm>
          <a:prstGeom prst="rect">
            <a:avLst>
              <a:gd name="adj" fmla="val 4444"/>
            </a:avLst>
          </a:prstGeom>
          <a:solidFill>
            <a:srgbClr val="161B22"/>
          </a:solidFill>
          <a:ln w="12700">
            <a:solidFill>
              <a:srgbClr val="D2992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68880" y="4709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Synthesizer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68880" y="512064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the three answers into one rigorous solution with proofs, steps, and a unified confidence score. Runs 3x faster with parallel execution.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is one function in skills.py — embedded in the HTML, loaded by Pyodide.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generate_code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SymPy code for derivatives, integrals, solves, limits, matrices, Taylor series, ODEs, statistics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60020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49440" y="15544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present_graph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949440" y="192024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+ 3D graphs: line, multi-line, surface, contour, histogram, scatter (matplotlib)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69748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2834640"/>
            <a:ext cx="457200" cy="4572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788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double_check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154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Re-executes SymPy, compares ALL numbers in the answer, flags mismatches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69748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2834640"/>
            <a:ext cx="457200" cy="457200"/>
          </a:xfrm>
          <a:prstGeom prst="ellipse">
            <a:avLst/>
          </a:prstGeom>
          <a:solidFill>
            <a:srgbClr val="D29922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27889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299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three_agents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49440" y="315468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prompts for 3 parallel specialists + 1 synthesizer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" y="393192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F85149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023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51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search_web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6304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REST API for theorem summaries and source links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93192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4069080"/>
            <a:ext cx="457200" cy="45720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069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9440" y="40233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49440" y="43891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persistence — solved problems survive page reloads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31520" y="516636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22960" y="530352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463040" y="5257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handle()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463040" y="5623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entry point — returns JSON with graph image if requested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5166360"/>
            <a:ext cx="5212080" cy="1051560"/>
          </a:xfrm>
          <a:prstGeom prst="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5303520"/>
            <a:ext cx="457200" cy="457200"/>
          </a:xfrm>
          <a:prstGeom prst="ellipse">
            <a:avLst/>
          </a:prstGeom>
          <a:solidFill>
            <a:srgbClr val="BC8CFF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9440" y="525780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Desmos API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949440" y="56235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calculator modal for exploring functions live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 skills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problem types detected and solved with SymPy. New: 3D graphs, limits, matrices, Taylor series, ODEs.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645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Derivatives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544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645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Integrals (definite &amp; indefinite)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5544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6459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Solve equations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4688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Limits (as x approaches value)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80560" y="24688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1772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Factorials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0" y="24688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366760" y="25603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Combinations (n choose k)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3832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68680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Permutations (nPk)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80560" y="33832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17720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Matrix determinant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0" y="33832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366760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Matrix inverse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31520" y="42976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Matrix transpose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80560" y="42976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61772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Taylor series expansion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229600" y="42976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366760" y="43891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Differential equations (ODE)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52120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86868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Statistics: mean, median, std, variance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480560" y="52120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1772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3D surface plots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229600" y="5212080"/>
            <a:ext cx="347472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366760" y="53035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Contour plots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3474720" cy="5029200"/>
          </a:xfrm>
          <a:prstGeom prst="rect">
            <a:avLst>
              <a:gd name="adj" fmla="val 2105"/>
            </a:avLst>
          </a:prstGeom>
          <a:solidFill>
            <a:srgbClr val="161B22"/>
          </a:solidFill>
          <a:ln w="12700">
            <a:solidFill>
              <a:srgbClr val="BC8C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GPT-4o-mini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chat completions, streaming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 / GPT-4 Turbo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model selector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contracts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JSON for answers, steps, confidence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1188720"/>
            <a:ext cx="3474720" cy="5029200"/>
          </a:xfrm>
          <a:prstGeom prst="rect">
            <a:avLst>
              <a:gd name="adj" fmla="val 2105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66344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Pyodide 0.26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66344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CPython compiled to WebAssembly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6344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Symbolic algebra, calculus, matrices, ODEs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66344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Numeric evaluation + meshgrid for 3D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4160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2D + 3D chart rendering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mpl_toolkits.mplot3d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63440" y="5212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Surface, parametric, contour plots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29600" y="1188720"/>
            <a:ext cx="3474720" cy="5029200"/>
          </a:xfrm>
          <a:prstGeom prst="rect">
            <a:avLst>
              <a:gd name="adj" fmla="val 2105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412480" y="1325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841248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JS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12480" y="21031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framework, no build step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2606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Desmos API v1.9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412480" y="28803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graphing calculator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33832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3657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Cross-session memory of solved problems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412480" y="4160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Wikipedia REST API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0" y="4434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Theorem summaries &amp; source links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412480" y="4937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12480" y="5212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hosting, .nojekyll, no backend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058400" y="137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058400" y="64465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now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link, paste your OpenAI API key, and start solving.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10698480" cy="731520"/>
          </a:xfrm>
          <a:prstGeom prst="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58A6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https://madfish89.github.io/Math-agent/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8587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Graph y = sin(x) from -6 to 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384048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55080" y="38587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3d graph z = sin(x) + cos(y) from -3 to 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8680" y="43616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Find the derivative of x^2 + 3x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434340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55080" y="436168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Determinant of [[1,2],[3,4]]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84632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68680" y="48646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Taylor series of cos(x) around 0 order 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84632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486460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Limit of sin(x)/x as x approaches 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34924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68680" y="53675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Mean of [1, 2, 3, 4, 5, 6, 7]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5349240"/>
            <a:ext cx="5212080" cy="384048"/>
          </a:xfrm>
          <a:prstGeom prst="rect">
            <a:avLst>
              <a:gd name="adj" fmla="val 190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5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536752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Solve x^2 + 5x + 6 = 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madfish89/Math-agent  |  2 files: index.html + skills.py  |  No backend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GitHub: madfish89/Math-agent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Math AI Agent — Technical Overview</dc:subject>
  <dc:creator>Math AI Agent</dc:creator>
  <cp:lastModifiedBy>Math AI Agent</cp:lastModifiedBy>
  <cp:revision>1</cp:revision>
  <dcterms:created xsi:type="dcterms:W3CDTF">2026-07-23T19:56:25Z</dcterms:created>
  <dcterms:modified xsi:type="dcterms:W3CDTF">2026-07-23T19:56:25Z</dcterms:modified>
</cp:coreProperties>
</file>